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 Network Traffic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Course Project Presentation</a:t>
            </a:r>
          </a:p>
          <a:p>
            <a:r>
              <a:t>Hamza Şiyak &amp; Team</a:t>
            </a:r>
          </a:p>
          <a:p>
            <a:r>
              <a:t>Gebze Technical University</a:t>
            </a:r>
          </a:p>
          <a:p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Problem Definition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Mobile networks show strong temporal and spatial fluctuations in traffic.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Predicting future traffic enables efficient capacity planning and QoS management.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Goal: Build a machine learning system that predicts short-term traffic load using historical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Source: Telecom Italia Milano CDR (Nov 2013).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7 days of data with 10-minute intervals from multiple cells in Milan.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Columns used: time_interval, square_id, internet_traffic.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≈ 1.68M rows, file size ~57 MB (cleaned dataset).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Combined multiple daily CSV files (sms-call-internet-mi-2013-11-*.csv).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Selected and renamed columns (datetime → time_interval, CellID → square_id, internet → internet_traffic).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Removed duplicates and handled missing values (internet_traffic converted to numeric, missing → 0).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Computed average internet traffic over time for all cells (average_traffic.png).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Saved cleaned dataset as: data/processed/milano_internet_combined.csv.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Read cleaned data: milano_internet_combined.csv.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Added time-based features: hour, minute, day_of_week, is_weekend, is_workhour.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Applied cyclical encoding: hour_sin/cos, day_sin/cos.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Created lag &amp; rolling features per cell: lag_1/2/3h, roll_mean_3/6/12h, roll_std_6h.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Removed initial rows with NaNs due to lag, saved as: data/processed/milano_features.csv.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Modeling (Work in Progress)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Baseline model: Naïve (previous value used as next prediction).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Time-series model: ARIMA to capture trend and daily patterns.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Machine learning model: Random Forest using engineered features.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Evaluation metrics: RMSE, MAE.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Preliminary observation: ARIMA fits global trend, RF captures short-term fluctuations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Findings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Clear periodicity in traffic by hour of day and day of week.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Some cells have missing or almost constant traffic, which reduces model performance.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Feature engineering (lags + rolling stats) significantly improves predictive power.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Limited time range (7 days) and lack of external features (events, weather, area type) are key limitations.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Next Steps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Try advanced models such as Prophet and LSTM for sequence modeling.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Incorporate spatial relationships between neighboring cells (spatiotemporal modeling).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Build a simple dashboard to visualize predictions over time and across cells.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Overall: the pipeline from raw CDR data to ML-ready features works and gives promising early results for short-term traffic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